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2D08B-A7BC-C54A-86BD-D2ECBA1FFDF0}" v="28" dt="2026-02-25T15:57:4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153B-269A-FB3F-F684-EBDB8BFD2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42D82-7890-4115-E264-367BA8FD8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4D30-DEC2-B4E1-FDD3-872DD1CE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0E39-63E9-9C1A-8FC1-E3FD22EE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8B534-2C8D-6AE7-AECF-60CF0CB4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44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B315-FB68-C42C-70AE-B51B6472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1447-BC39-6C67-A23E-0B11A74D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8514-DAE1-643C-24C3-787A8D4A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2AA8-C8F9-ED03-4CBD-A0EC70DC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22010-883D-5B97-B455-7E48666A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1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0AF7-F4DB-7340-9EAB-407570E9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A8611-4DF6-0D04-9907-6920075F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95A5C-938D-AEE2-464A-2666358A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D4B60-0D3C-BB9F-6F93-4E546724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6BA13-9EE0-9A60-90AE-8646EA5E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11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0619-84EA-BBD6-36B0-86A1BE45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7B529-3DCD-F5B8-B816-B4E0E2FC4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0A645-726B-A756-CE57-19196E57A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13A97-0483-9BD7-B677-741B212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59EDD-0077-5496-7D8C-CA2E1DC0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E59F1-BDE0-F6E6-85EC-26FC84F2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117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E6E0-EAA3-5040-4C73-E63321AEA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C935B-6372-D7AF-789A-2590FAF98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EA30B-83C0-0F31-43E7-F108DB55A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B2BFC-654D-B536-11CF-43726479E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D0B2B-BA28-658D-BEB2-782F44A3D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8B4FC-41D6-ED46-33C2-B59380E7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116CE-D11C-3624-79A1-F5DE5259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56E2F-953C-C540-5FF5-2CC13F69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49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6B5A-C3CC-8C16-243D-E3F7B744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40FD6-C5AD-92BA-DBEF-23F7DADF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EECE3-D265-B341-844B-BB632987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6B935-EEEB-2FF4-73D4-77F431A4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37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804C2-BD81-3F5C-B997-64E69254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C5B5D-D365-6AAD-8F92-887377FD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F6C0E-E049-94A7-24C9-6A1789DE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8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3529-9A9A-4554-8470-5F813410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EE3C-2077-CB11-48A1-E46C09013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82590-DF68-4234-DDE9-D1B610C7D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15AC2-7722-08D6-5260-4FCC5AD9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374DC-0A86-F2D2-5A8F-41BC4A94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F8618-4DDF-9578-1A36-9B1A35DD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C7C4-57CA-5402-E79E-ABE54822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0D958-2AC4-4940-04A0-FC23BA4CD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D275F-4CBD-D37F-1A30-A211630DA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B4032-94AD-E3DA-5C19-8F982945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54A81-188E-22DA-3EFB-453A2478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BD4A1-03A6-97A8-FC65-BF5F19B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8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C9BA-B0FA-A280-89C0-4129101F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FFBA9-6777-FD17-C8E1-1B08EC3B0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E06BC-E56B-B80E-FB10-BB264043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352E6-6FE5-2ABB-A06E-48B0B165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08CB8-E062-657E-56DC-71B4EE2B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9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691BD-5FB4-CE40-A7AF-7CAC02F81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ED523-5E94-E747-22F6-97B0BD480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BF7C-2C1C-92CD-5301-20C01513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283FE-B4FA-2940-04F1-7EBD8421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C515-BA87-A47A-F448-9D6900A8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96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7298E-364A-F0AF-4C77-2830AEDD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B0440-F002-38D0-A624-787E8B3B3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7729C-8D0C-0503-124B-1A032FEC1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D1433-59D4-D543-BE61-55D38E518B17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78609-2774-6987-748F-10F48A259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5DA3C-4ED8-680C-29DD-26ECF2504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B9A69-31BA-0740-9D1B-020A1BE63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45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2DEAA-85FA-D3E2-857C-FA337A96D77E}"/>
              </a:ext>
            </a:extLst>
          </p:cNvPr>
          <p:cNvSpPr txBox="1"/>
          <p:nvPr/>
        </p:nvSpPr>
        <p:spPr>
          <a:xfrm>
            <a:off x="3720661" y="168165"/>
            <a:ext cx="15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Setup station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6B0F8-4269-A53B-C866-5A8512FCE595}"/>
              </a:ext>
            </a:extLst>
          </p:cNvPr>
          <p:cNvSpPr txBox="1"/>
          <p:nvPr/>
        </p:nvSpPr>
        <p:spPr>
          <a:xfrm>
            <a:off x="430924" y="2068959"/>
            <a:ext cx="1519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Device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05594-9EBE-DB36-8772-E8C2620AEE75}"/>
              </a:ext>
            </a:extLst>
          </p:cNvPr>
          <p:cNvSpPr txBox="1"/>
          <p:nvPr/>
        </p:nvSpPr>
        <p:spPr>
          <a:xfrm>
            <a:off x="5954110" y="1422628"/>
            <a:ext cx="2144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Station instruments</a:t>
            </a:r>
          </a:p>
          <a:p>
            <a:r>
              <a:rPr lang="en-GB" dirty="0"/>
              <a:t>(tick boxes)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F7433-79FD-D7C0-BEAC-F1636FB64E3B}"/>
              </a:ext>
            </a:extLst>
          </p:cNvPr>
          <p:cNvSpPr txBox="1"/>
          <p:nvPr/>
        </p:nvSpPr>
        <p:spPr>
          <a:xfrm>
            <a:off x="430924" y="1045045"/>
            <a:ext cx="200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Database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DA4B1-4A26-762E-4BEC-E0F8F3D759FE}"/>
              </a:ext>
            </a:extLst>
          </p:cNvPr>
          <p:cNvSpPr txBox="1"/>
          <p:nvPr/>
        </p:nvSpPr>
        <p:spPr>
          <a:xfrm>
            <a:off x="430924" y="155700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Database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51772-46B3-FEC3-E15B-13B6B8498FC9}"/>
              </a:ext>
            </a:extLst>
          </p:cNvPr>
          <p:cNvSpPr txBox="1"/>
          <p:nvPr/>
        </p:nvSpPr>
        <p:spPr>
          <a:xfrm>
            <a:off x="512997" y="3152001"/>
            <a:ext cx="1601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Master </a:t>
            </a:r>
            <a:r>
              <a:rPr lang="en-GB" dirty="0" err="1"/>
              <a:t>lockin</a:t>
            </a:r>
            <a:endParaRPr lang="en-GB" dirty="0"/>
          </a:p>
          <a:p>
            <a:r>
              <a:rPr lang="en-GB" dirty="0"/>
              <a:t>Frequency</a:t>
            </a:r>
          </a:p>
          <a:p>
            <a:r>
              <a:rPr lang="en-GB" dirty="0"/>
              <a:t>Time constant</a:t>
            </a:r>
          </a:p>
          <a:p>
            <a:r>
              <a:rPr lang="en-GB" dirty="0"/>
              <a:t>Filter order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891C2-B051-9E9D-4067-BB5209001709}"/>
              </a:ext>
            </a:extLst>
          </p:cNvPr>
          <p:cNvSpPr txBox="1"/>
          <p:nvPr/>
        </p:nvSpPr>
        <p:spPr>
          <a:xfrm>
            <a:off x="3363310" y="3152001"/>
            <a:ext cx="148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Slave </a:t>
            </a:r>
            <a:r>
              <a:rPr lang="en-GB" dirty="0" err="1"/>
              <a:t>lockins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C1143-2979-670E-6B53-62662AF13DDD}"/>
              </a:ext>
            </a:extLst>
          </p:cNvPr>
          <p:cNvSpPr txBox="1"/>
          <p:nvPr/>
        </p:nvSpPr>
        <p:spPr>
          <a:xfrm>
            <a:off x="6096000" y="1045045"/>
            <a:ext cx="1244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Station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88D2D-3440-AA9F-B2D9-03F267577B71}"/>
              </a:ext>
            </a:extLst>
          </p:cNvPr>
          <p:cNvSpPr txBox="1"/>
          <p:nvPr/>
        </p:nvSpPr>
        <p:spPr>
          <a:xfrm>
            <a:off x="6718254" y="3152001"/>
            <a:ext cx="370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Top_gate_voltage</a:t>
            </a:r>
            <a:r>
              <a:rPr lang="en-GB" dirty="0"/>
              <a:t>: select parameter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29AF8-B722-BE4E-2999-C189E35F8FE0}"/>
              </a:ext>
            </a:extLst>
          </p:cNvPr>
          <p:cNvSpPr txBox="1"/>
          <p:nvPr/>
        </p:nvSpPr>
        <p:spPr>
          <a:xfrm>
            <a:off x="6718254" y="3613666"/>
            <a:ext cx="373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 gate voltage: select parameter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A910EA-1797-23AD-A255-3EB674FD0474}"/>
              </a:ext>
            </a:extLst>
          </p:cNvPr>
          <p:cNvSpPr txBox="1"/>
          <p:nvPr/>
        </p:nvSpPr>
        <p:spPr>
          <a:xfrm>
            <a:off x="6718254" y="3982998"/>
            <a:ext cx="2154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Max range, max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7537A-C83B-53E5-33B8-D50BCF24138D}"/>
              </a:ext>
            </a:extLst>
          </p:cNvPr>
          <p:cNvSpPr txBox="1"/>
          <p:nvPr/>
        </p:nvSpPr>
        <p:spPr>
          <a:xfrm>
            <a:off x="6663046" y="4419709"/>
            <a:ext cx="1910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Breakout_current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97271-8077-726D-620B-4F265CB26E91}"/>
              </a:ext>
            </a:extLst>
          </p:cNvPr>
          <p:cNvSpPr txBox="1"/>
          <p:nvPr/>
        </p:nvSpPr>
        <p:spPr>
          <a:xfrm>
            <a:off x="6663046" y="4935792"/>
            <a:ext cx="37559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SMU config:</a:t>
            </a:r>
          </a:p>
          <a:p>
            <a:r>
              <a:rPr lang="en-GB" dirty="0"/>
              <a:t>Mode, </a:t>
            </a:r>
            <a:r>
              <a:rPr lang="en-GB" dirty="0" err="1"/>
              <a:t>limiti</a:t>
            </a:r>
            <a:r>
              <a:rPr lang="en-GB" dirty="0"/>
              <a:t>, </a:t>
            </a:r>
            <a:r>
              <a:rPr lang="en-GB" dirty="0" err="1"/>
              <a:t>limitv</a:t>
            </a:r>
            <a:r>
              <a:rPr lang="en-GB" dirty="0"/>
              <a:t>, </a:t>
            </a:r>
            <a:r>
              <a:rPr lang="en-GB" dirty="0" err="1"/>
              <a:t>measurerange_i</a:t>
            </a:r>
            <a:r>
              <a:rPr lang="en-GB" dirty="0"/>
              <a:t>,</a:t>
            </a:r>
          </a:p>
          <a:p>
            <a:r>
              <a:rPr lang="en-GB" dirty="0" err="1"/>
              <a:t>Measurerange_v</a:t>
            </a:r>
            <a:endParaRPr lang="en-GB" dirty="0"/>
          </a:p>
          <a:p>
            <a:r>
              <a:rPr lang="en-GB" dirty="0" err="1"/>
              <a:t>Sourcerange_v</a:t>
            </a:r>
            <a:endParaRPr lang="en-GB" dirty="0"/>
          </a:p>
          <a:p>
            <a:r>
              <a:rPr lang="en-GB" dirty="0" err="1"/>
              <a:t>Nplc</a:t>
            </a:r>
            <a:endParaRPr lang="en-GB" dirty="0"/>
          </a:p>
          <a:p>
            <a:r>
              <a:rPr lang="en-GB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686BD9-34B8-7569-C34E-E5E3709742E8}"/>
              </a:ext>
            </a:extLst>
          </p:cNvPr>
          <p:cNvSpPr txBox="1"/>
          <p:nvPr/>
        </p:nvSpPr>
        <p:spPr>
          <a:xfrm>
            <a:off x="512997" y="4604375"/>
            <a:ext cx="29297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Measurement configuration</a:t>
            </a:r>
          </a:p>
          <a:p>
            <a:r>
              <a:rPr lang="en-GB" dirty="0" err="1"/>
              <a:t>V_drive</a:t>
            </a:r>
            <a:endParaRPr lang="en-GB" dirty="0"/>
          </a:p>
          <a:p>
            <a:r>
              <a:rPr lang="en-GB" dirty="0" err="1"/>
              <a:t>Resistance_source</a:t>
            </a:r>
            <a:endParaRPr lang="en-GB" dirty="0"/>
          </a:p>
          <a:p>
            <a:r>
              <a:rPr lang="en-GB" dirty="0"/>
              <a:t>Auto display current source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166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A95BA7-4A53-BCDB-F66D-9D9EE091B48B}"/>
              </a:ext>
            </a:extLst>
          </p:cNvPr>
          <p:cNvSpPr txBox="1"/>
          <p:nvPr/>
        </p:nvSpPr>
        <p:spPr>
          <a:xfrm>
            <a:off x="3720661" y="168165"/>
            <a:ext cx="111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sweep1D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E8BA8-76DE-DA16-C5AA-6DADC9D20AA1}"/>
              </a:ext>
            </a:extLst>
          </p:cNvPr>
          <p:cNvSpPr txBox="1"/>
          <p:nvPr/>
        </p:nvSpPr>
        <p:spPr>
          <a:xfrm>
            <a:off x="536028" y="984694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Experiment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43423-6969-D340-9330-7B05FB2CF9A2}"/>
              </a:ext>
            </a:extLst>
          </p:cNvPr>
          <p:cNvSpPr/>
          <p:nvPr/>
        </p:nvSpPr>
        <p:spPr>
          <a:xfrm>
            <a:off x="6894785" y="1156871"/>
            <a:ext cx="3626070" cy="3520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Real time plotter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B3DD1-CA86-807B-B9EA-30695F8C0E37}"/>
              </a:ext>
            </a:extLst>
          </p:cNvPr>
          <p:cNvSpPr txBox="1"/>
          <p:nvPr/>
        </p:nvSpPr>
        <p:spPr>
          <a:xfrm>
            <a:off x="7735614" y="490833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parameter1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75F61-1BBE-842A-7864-7D67E019B296}"/>
              </a:ext>
            </a:extLst>
          </p:cNvPr>
          <p:cNvSpPr txBox="1"/>
          <p:nvPr/>
        </p:nvSpPr>
        <p:spPr>
          <a:xfrm rot="16200000">
            <a:off x="6036698" y="2693927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parameter2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85DE5-ABDE-026A-2FE9-E7F52675014F}"/>
              </a:ext>
            </a:extLst>
          </p:cNvPr>
          <p:cNvSpPr txBox="1"/>
          <p:nvPr/>
        </p:nvSpPr>
        <p:spPr>
          <a:xfrm>
            <a:off x="536028" y="1839310"/>
            <a:ext cx="438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Sweep parameter (select from instrument)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59517-6E35-0DB5-FF0A-1A7CB41EA63B}"/>
              </a:ext>
            </a:extLst>
          </p:cNvPr>
          <p:cNvSpPr txBox="1"/>
          <p:nvPr/>
        </p:nvSpPr>
        <p:spPr>
          <a:xfrm>
            <a:off x="6692322" y="352831"/>
            <a:ext cx="165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70390-CE7F-CB15-FF17-0A0DD6DC6B32}"/>
              </a:ext>
            </a:extLst>
          </p:cNvPr>
          <p:cNvSpPr txBox="1"/>
          <p:nvPr/>
        </p:nvSpPr>
        <p:spPr>
          <a:xfrm>
            <a:off x="8725106" y="352831"/>
            <a:ext cx="121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Parameter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4D6EBB-D972-EC53-E7FD-BFFDEEF8C40A}"/>
              </a:ext>
            </a:extLst>
          </p:cNvPr>
          <p:cNvSpPr txBox="1"/>
          <p:nvPr/>
        </p:nvSpPr>
        <p:spPr>
          <a:xfrm>
            <a:off x="10342179" y="325821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List of values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914F9-ED27-D26A-0FA5-E5817DF354FD}"/>
              </a:ext>
            </a:extLst>
          </p:cNvPr>
          <p:cNvSpPr txBox="1"/>
          <p:nvPr/>
        </p:nvSpPr>
        <p:spPr>
          <a:xfrm>
            <a:off x="521535" y="2266618"/>
            <a:ext cx="225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LinSweep</a:t>
            </a:r>
            <a:r>
              <a:rPr lang="en-GB" dirty="0"/>
              <a:t>/</a:t>
            </a:r>
            <a:r>
              <a:rPr lang="en-GB" dirty="0" err="1"/>
              <a:t>LogSweep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B58104-37C9-137D-53AD-7D3C3275FD8A}"/>
              </a:ext>
            </a:extLst>
          </p:cNvPr>
          <p:cNvSpPr txBox="1"/>
          <p:nvPr/>
        </p:nvSpPr>
        <p:spPr>
          <a:xfrm>
            <a:off x="521535" y="2693926"/>
            <a:ext cx="1247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768335-4D8E-E9A7-DACC-F65063FEB82D}"/>
              </a:ext>
            </a:extLst>
          </p:cNvPr>
          <p:cNvSpPr txBox="1"/>
          <p:nvPr/>
        </p:nvSpPr>
        <p:spPr>
          <a:xfrm>
            <a:off x="1953599" y="2693926"/>
            <a:ext cx="122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Stop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29631-290F-38C3-A86F-C99D0C125302}"/>
              </a:ext>
            </a:extLst>
          </p:cNvPr>
          <p:cNvSpPr txBox="1"/>
          <p:nvPr/>
        </p:nvSpPr>
        <p:spPr>
          <a:xfrm>
            <a:off x="3220496" y="2710427"/>
            <a:ext cx="140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Num_points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B2D8B-5EF9-F69D-B802-78F51A1D564A}"/>
              </a:ext>
            </a:extLst>
          </p:cNvPr>
          <p:cNvSpPr txBox="1"/>
          <p:nvPr/>
        </p:nvSpPr>
        <p:spPr>
          <a:xfrm>
            <a:off x="4663147" y="2710427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 per point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406E8E-11FD-DEB6-EDFD-B581B51FA9C0}"/>
              </a:ext>
            </a:extLst>
          </p:cNvPr>
          <p:cNvSpPr txBox="1"/>
          <p:nvPr/>
        </p:nvSpPr>
        <p:spPr>
          <a:xfrm>
            <a:off x="851338" y="3552015"/>
            <a:ext cx="4044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Parameters to measure</a:t>
            </a:r>
          </a:p>
          <a:p>
            <a:r>
              <a:rPr lang="en-GB" dirty="0"/>
              <a:t>- Select parameters - 10 fields + names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22203D-E127-7520-1672-603672382DE0}"/>
              </a:ext>
            </a:extLst>
          </p:cNvPr>
          <p:cNvSpPr txBox="1"/>
          <p:nvPr/>
        </p:nvSpPr>
        <p:spPr>
          <a:xfrm>
            <a:off x="4663146" y="2946555"/>
            <a:ext cx="189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Display precision</a:t>
            </a:r>
          </a:p>
        </p:txBody>
      </p:sp>
    </p:spTree>
    <p:extLst>
      <p:ext uri="{BB962C8B-B14F-4D97-AF65-F5344CB8AC3E}">
        <p14:creationId xmlns:p14="http://schemas.microsoft.com/office/powerpoint/2010/main" val="265462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B817B0-25D5-B31F-6769-2D56DBEFE0C6}"/>
              </a:ext>
            </a:extLst>
          </p:cNvPr>
          <p:cNvSpPr txBox="1"/>
          <p:nvPr/>
        </p:nvSpPr>
        <p:spPr>
          <a:xfrm>
            <a:off x="2123090" y="1839310"/>
            <a:ext cx="17945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tabs:</a:t>
            </a:r>
          </a:p>
          <a:p>
            <a:pPr marL="285750" indent="-285750">
              <a:buFontTx/>
              <a:buChar char="-"/>
            </a:pPr>
            <a:r>
              <a:rPr lang="en-GB" dirty="0"/>
              <a:t>Setup station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Sweep1D</a:t>
            </a:r>
          </a:p>
          <a:p>
            <a:pPr marL="285750" indent="-285750">
              <a:buFontTx/>
              <a:buChar char="-"/>
            </a:pPr>
            <a:r>
              <a:rPr lang="en-GB" dirty="0" err="1"/>
              <a:t>SweepTime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Sweep2D</a:t>
            </a:r>
          </a:p>
          <a:p>
            <a:pPr marL="285750" indent="-285750">
              <a:buFontTx/>
              <a:buChar char="-"/>
            </a:pPr>
            <a:r>
              <a:rPr lang="en-GB" dirty="0" err="1"/>
              <a:t>SweepND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Set Params</a:t>
            </a:r>
          </a:p>
        </p:txBody>
      </p:sp>
    </p:spTree>
    <p:extLst>
      <p:ext uri="{BB962C8B-B14F-4D97-AF65-F5344CB8AC3E}">
        <p14:creationId xmlns:p14="http://schemas.microsoft.com/office/powerpoint/2010/main" val="133515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137</Words>
  <Application>Microsoft Macintosh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Barrier</dc:creator>
  <cp:lastModifiedBy>Julien Barrier</cp:lastModifiedBy>
  <cp:revision>1</cp:revision>
  <dcterms:created xsi:type="dcterms:W3CDTF">2026-02-25T09:09:43Z</dcterms:created>
  <dcterms:modified xsi:type="dcterms:W3CDTF">2026-02-25T15:57:50Z</dcterms:modified>
</cp:coreProperties>
</file>